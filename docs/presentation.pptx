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VoltPath — EV Route &amp; Charging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NavKalpana-RICR-NK-0016</a:t>
            </a:r>
          </a:p>
          <a:p>
            <a:r>
              <a:t>Team:</a:t>
            </a:r>
          </a:p>
          <a:p>
            <a:r>
              <a:t>Gaurav Athode</a:t>
            </a:r>
          </a:p>
          <a:p>
            <a:r>
              <a:t>Hemant Rajput</a:t>
            </a:r>
          </a:p>
          <a:p>
            <a:r>
              <a:t>Ashish Rajput</a:t>
            </a:r>
          </a:p>
          <a:p>
            <a:r>
              <a:t>Narendra Vishwakarma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users face range anxiety due to uncertainty in battery usage and charging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VoltPath simulates battery usage and optimizes charging stops along the route.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 → Distance → Energy → Safe Range → Charging Stop → Time → Cost →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 Engine</a:t>
            </a:r>
          </a:p>
          <a:p>
            <a:r>
              <a:t>Energy Engine</a:t>
            </a:r>
          </a:p>
          <a:p>
            <a:r>
              <a:t>Charging Optimization</a:t>
            </a:r>
          </a:p>
          <a:p>
            <a:r>
              <a:t>Charging Time</a:t>
            </a:r>
          </a:p>
          <a:p>
            <a:r>
              <a:t>Cost Estimation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Map</a:t>
            </a:r>
          </a:p>
          <a:p>
            <a:r>
              <a:t>Charging Stops</a:t>
            </a:r>
          </a:p>
          <a:p>
            <a:r>
              <a:t>Battery SoC Curve</a:t>
            </a:r>
          </a:p>
          <a:p>
            <a:r>
              <a:t>Trip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Tailwind</a:t>
            </a:r>
          </a:p>
          <a:p>
            <a:r>
              <a:t>Backend: Node + Express</a:t>
            </a:r>
          </a:p>
          <a:p>
            <a:r>
              <a:t>Database: MongoDB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Optimized Route</a:t>
            </a:r>
          </a:p>
          <a:p>
            <a:r>
              <a:t>Charging Stops</a:t>
            </a:r>
          </a:p>
          <a:p>
            <a:r>
              <a:t>Energy Usage</a:t>
            </a:r>
          </a:p>
          <a:p>
            <a:r>
              <a:t>Trip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range anxiety</a:t>
            </a:r>
          </a:p>
          <a:p>
            <a:r>
              <a:t>Improves EV travel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charger data</a:t>
            </a:r>
          </a:p>
          <a:p>
            <a:r>
              <a:t>AI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VoltPath makes EV travel smarter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